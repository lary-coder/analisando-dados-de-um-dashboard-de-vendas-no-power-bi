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embeddedFontLst>
    <p:embeddedFont>
      <p:font typeface="Century Gothic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CenturyGothic-regular.fntdata"/><Relationship Id="rId10" Type="http://schemas.openxmlformats.org/officeDocument/2006/relationships/slide" Target="slides/slide6.xml"/><Relationship Id="rId13" Type="http://schemas.openxmlformats.org/officeDocument/2006/relationships/font" Target="fonts/CenturyGothic-italic.fntdata"/><Relationship Id="rId12" Type="http://schemas.openxmlformats.org/officeDocument/2006/relationships/font" Target="fonts/CenturyGothic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font" Target="fonts/CenturyGothic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3-HD-BTM.png" id="13" name="Google Shape;1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>
            <p:ph type="ctrTitle"/>
          </p:nvPr>
        </p:nvSpPr>
        <p:spPr>
          <a:xfrm>
            <a:off x="1371600" y="1803405"/>
            <a:ext cx="9448800" cy="18250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1371600" y="3632201"/>
            <a:ext cx="9448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0" type="dt"/>
          </p:nvPr>
        </p:nvSpPr>
        <p:spPr>
          <a:xfrm>
            <a:off x="7909561" y="4314328"/>
            <a:ext cx="2910840" cy="374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1371600" y="4323845"/>
            <a:ext cx="640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077200" y="143086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showMasterSp="0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3-HD-BTM.png" id="26" name="Google Shape;26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4"/>
          <p:cNvSpPr txBox="1"/>
          <p:nvPr>
            <p:ph type="title"/>
          </p:nvPr>
        </p:nvSpPr>
        <p:spPr>
          <a:xfrm>
            <a:off x="685800" y="753533"/>
            <a:ext cx="10820399" cy="28019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1024467" y="3641725"/>
            <a:ext cx="10490200" cy="95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 sz="22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7814452" y="38100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685800" y="381001"/>
            <a:ext cx="6991492" cy="3640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10862452" y="381000"/>
            <a:ext cx="6437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685800" y="2194559"/>
            <a:ext cx="53340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2" type="body"/>
          </p:nvPr>
        </p:nvSpPr>
        <p:spPr>
          <a:xfrm>
            <a:off x="6172200" y="2194559"/>
            <a:ext cx="53340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2895600" y="762000"/>
            <a:ext cx="86106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" type="body"/>
          </p:nvPr>
        </p:nvSpPr>
        <p:spPr>
          <a:xfrm>
            <a:off x="914409" y="2183802"/>
            <a:ext cx="50799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0" sz="2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6"/>
          <p:cNvSpPr txBox="1"/>
          <p:nvPr>
            <p:ph idx="2" type="body"/>
          </p:nvPr>
        </p:nvSpPr>
        <p:spPr>
          <a:xfrm>
            <a:off x="685800" y="3132666"/>
            <a:ext cx="5311775" cy="30860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3" type="body"/>
          </p:nvPr>
        </p:nvSpPr>
        <p:spPr>
          <a:xfrm>
            <a:off x="6400800" y="2183802"/>
            <a:ext cx="51054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0" sz="2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6"/>
          <p:cNvSpPr txBox="1"/>
          <p:nvPr>
            <p:ph idx="4" type="body"/>
          </p:nvPr>
        </p:nvSpPr>
        <p:spPr>
          <a:xfrm>
            <a:off x="6172200" y="3132666"/>
            <a:ext cx="5334000" cy="30860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type="title"/>
          </p:nvPr>
        </p:nvSpPr>
        <p:spPr>
          <a:xfrm>
            <a:off x="685800" y="1524000"/>
            <a:ext cx="4114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" type="body"/>
          </p:nvPr>
        </p:nvSpPr>
        <p:spPr>
          <a:xfrm>
            <a:off x="4995582" y="746759"/>
            <a:ext cx="6510618" cy="547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2" type="body"/>
          </p:nvPr>
        </p:nvSpPr>
        <p:spPr>
          <a:xfrm>
            <a:off x="685800" y="3124199"/>
            <a:ext cx="4114800" cy="3094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9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/>
          <p:nvPr>
            <p:ph type="title"/>
          </p:nvPr>
        </p:nvSpPr>
        <p:spPr>
          <a:xfrm>
            <a:off x="685800" y="1524000"/>
            <a:ext cx="68732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/>
          <p:nvPr>
            <p:ph idx="2" type="pic"/>
          </p:nvPr>
        </p:nvSpPr>
        <p:spPr>
          <a:xfrm>
            <a:off x="7861238" y="751241"/>
            <a:ext cx="3644962" cy="5467443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685800" y="3124199"/>
            <a:ext cx="6873240" cy="3094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8" name="Google Shape;68;p10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Panorâmica com Legenda">
  <p:cSld name="Foto Panorâmica com Legenda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/>
          <p:nvPr>
            <p:ph type="title"/>
          </p:nvPr>
        </p:nvSpPr>
        <p:spPr>
          <a:xfrm>
            <a:off x="685777" y="4697360"/>
            <a:ext cx="10822034" cy="8193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/>
          <p:nvPr>
            <p:ph idx="2" type="pic"/>
          </p:nvPr>
        </p:nvSpPr>
        <p:spPr>
          <a:xfrm>
            <a:off x="681727" y="941439"/>
            <a:ext cx="10821840" cy="3478161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1"/>
          <p:cNvSpPr txBox="1"/>
          <p:nvPr>
            <p:ph idx="1" type="body"/>
          </p:nvPr>
        </p:nvSpPr>
        <p:spPr>
          <a:xfrm>
            <a:off x="685800" y="5516715"/>
            <a:ext cx="10820400" cy="70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Legenda" showMasterSp="0">
  <p:cSld name="Título e Legenda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3-HD-BTM.png" id="79" name="Google Shape;79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2"/>
          <p:cNvSpPr txBox="1"/>
          <p:nvPr>
            <p:ph type="title"/>
          </p:nvPr>
        </p:nvSpPr>
        <p:spPr>
          <a:xfrm>
            <a:off x="685800" y="753532"/>
            <a:ext cx="10820400" cy="28024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" type="body"/>
          </p:nvPr>
        </p:nvSpPr>
        <p:spPr>
          <a:xfrm>
            <a:off x="1024467" y="3649133"/>
            <a:ext cx="10130516" cy="9990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2" name="Google Shape;82;p12"/>
          <p:cNvSpPr txBox="1"/>
          <p:nvPr>
            <p:ph idx="10" type="dt"/>
          </p:nvPr>
        </p:nvSpPr>
        <p:spPr>
          <a:xfrm>
            <a:off x="7814452" y="38100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1" type="ftr"/>
          </p:nvPr>
        </p:nvSpPr>
        <p:spPr>
          <a:xfrm>
            <a:off x="685800" y="379941"/>
            <a:ext cx="6991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2" type="sldNum"/>
          </p:nvPr>
        </p:nvSpPr>
        <p:spPr>
          <a:xfrm>
            <a:off x="10862452" y="381000"/>
            <a:ext cx="6437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ção com Legenda" showMasterSp="0">
  <p:cSld name="Citação com Legenda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3-HD-BTM.png" id="86" name="Google Shape;86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>
            <p:ph type="title"/>
          </p:nvPr>
        </p:nvSpPr>
        <p:spPr>
          <a:xfrm>
            <a:off x="1024467" y="753533"/>
            <a:ext cx="10151533" cy="2604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" type="body"/>
          </p:nvPr>
        </p:nvSpPr>
        <p:spPr>
          <a:xfrm>
            <a:off x="1303865" y="3365556"/>
            <a:ext cx="9592736" cy="444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3"/>
          <p:cNvSpPr txBox="1"/>
          <p:nvPr>
            <p:ph idx="2" type="body"/>
          </p:nvPr>
        </p:nvSpPr>
        <p:spPr>
          <a:xfrm>
            <a:off x="1024467" y="3959862"/>
            <a:ext cx="10151533" cy="6798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0" name="Google Shape;90;p13"/>
          <p:cNvSpPr txBox="1"/>
          <p:nvPr>
            <p:ph idx="10" type="dt"/>
          </p:nvPr>
        </p:nvSpPr>
        <p:spPr>
          <a:xfrm>
            <a:off x="7814452" y="38100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11" type="ftr"/>
          </p:nvPr>
        </p:nvSpPr>
        <p:spPr>
          <a:xfrm>
            <a:off x="685800" y="379941"/>
            <a:ext cx="6991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10862452" y="381000"/>
            <a:ext cx="6437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entury Gothic"/>
              <a:buNone/>
            </a:pPr>
            <a:r>
              <a:rPr b="0" lang="pt-BR" sz="8000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entury Gothic"/>
              <a:buNone/>
            </a:pPr>
            <a:r>
              <a:rPr b="0" lang="pt-BR" sz="8000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tão de Nome" showMasterSp="0">
  <p:cSld name="Cartão de Nome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3-HD-BTM.png" id="96" name="Google Shape;96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>
            <p:ph type="title"/>
          </p:nvPr>
        </p:nvSpPr>
        <p:spPr>
          <a:xfrm>
            <a:off x="1024495" y="1124701"/>
            <a:ext cx="10146186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4"/>
          <p:cNvSpPr txBox="1"/>
          <p:nvPr>
            <p:ph idx="1" type="body"/>
          </p:nvPr>
        </p:nvSpPr>
        <p:spPr>
          <a:xfrm>
            <a:off x="1024467" y="3648315"/>
            <a:ext cx="10144654" cy="999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9" name="Google Shape;99;p14"/>
          <p:cNvSpPr txBox="1"/>
          <p:nvPr>
            <p:ph idx="10" type="dt"/>
          </p:nvPr>
        </p:nvSpPr>
        <p:spPr>
          <a:xfrm>
            <a:off x="7814452" y="378883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4"/>
          <p:cNvSpPr txBox="1"/>
          <p:nvPr>
            <p:ph idx="11" type="ftr"/>
          </p:nvPr>
        </p:nvSpPr>
        <p:spPr>
          <a:xfrm>
            <a:off x="685800" y="378883"/>
            <a:ext cx="6991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4"/>
          <p:cNvSpPr txBox="1"/>
          <p:nvPr>
            <p:ph idx="12" type="sldNum"/>
          </p:nvPr>
        </p:nvSpPr>
        <p:spPr>
          <a:xfrm>
            <a:off x="10862452" y="381000"/>
            <a:ext cx="6437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nas">
  <p:cSld name="3 Colunas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2895600" y="761999"/>
            <a:ext cx="8610599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685800" y="2202080"/>
            <a:ext cx="3456432" cy="617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5" name="Google Shape;105;p15"/>
          <p:cNvSpPr txBox="1"/>
          <p:nvPr>
            <p:ph idx="2" type="body"/>
          </p:nvPr>
        </p:nvSpPr>
        <p:spPr>
          <a:xfrm>
            <a:off x="685799" y="2904565"/>
            <a:ext cx="3456432" cy="3314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6" name="Google Shape;106;p15"/>
          <p:cNvSpPr txBox="1"/>
          <p:nvPr>
            <p:ph idx="3" type="body"/>
          </p:nvPr>
        </p:nvSpPr>
        <p:spPr>
          <a:xfrm>
            <a:off x="4368800" y="2201333"/>
            <a:ext cx="3456432" cy="6265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7" name="Google Shape;107;p15"/>
          <p:cNvSpPr txBox="1"/>
          <p:nvPr>
            <p:ph idx="4" type="body"/>
          </p:nvPr>
        </p:nvSpPr>
        <p:spPr>
          <a:xfrm>
            <a:off x="4366858" y="2904067"/>
            <a:ext cx="3456432" cy="33146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8" name="Google Shape;108;p15"/>
          <p:cNvSpPr txBox="1"/>
          <p:nvPr>
            <p:ph idx="5" type="body"/>
          </p:nvPr>
        </p:nvSpPr>
        <p:spPr>
          <a:xfrm>
            <a:off x="8051800" y="2192866"/>
            <a:ext cx="3456432" cy="6265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9" name="Google Shape;109;p15"/>
          <p:cNvSpPr txBox="1"/>
          <p:nvPr>
            <p:ph idx="6" type="body"/>
          </p:nvPr>
        </p:nvSpPr>
        <p:spPr>
          <a:xfrm>
            <a:off x="8051801" y="2904565"/>
            <a:ext cx="3456432" cy="3314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15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5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5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nas de Imagem">
  <p:cSld name="3 Colunas de Imagem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>
            <p:ph type="title"/>
          </p:nvPr>
        </p:nvSpPr>
        <p:spPr>
          <a:xfrm>
            <a:off x="2895600" y="762000"/>
            <a:ext cx="8610599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6"/>
          <p:cNvSpPr txBox="1"/>
          <p:nvPr>
            <p:ph idx="1" type="body"/>
          </p:nvPr>
        </p:nvSpPr>
        <p:spPr>
          <a:xfrm>
            <a:off x="688618" y="4191000"/>
            <a:ext cx="3451582" cy="6827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6" name="Google Shape;116;p16"/>
          <p:cNvSpPr/>
          <p:nvPr>
            <p:ph idx="2" type="pic"/>
          </p:nvPr>
        </p:nvSpPr>
        <p:spPr>
          <a:xfrm>
            <a:off x="688618" y="2362200"/>
            <a:ext cx="3451582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17" name="Google Shape;117;p16"/>
          <p:cNvSpPr txBox="1"/>
          <p:nvPr>
            <p:ph idx="3" type="body"/>
          </p:nvPr>
        </p:nvSpPr>
        <p:spPr>
          <a:xfrm>
            <a:off x="688618" y="4873764"/>
            <a:ext cx="3451582" cy="1344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8" name="Google Shape;118;p16"/>
          <p:cNvSpPr txBox="1"/>
          <p:nvPr>
            <p:ph idx="4" type="body"/>
          </p:nvPr>
        </p:nvSpPr>
        <p:spPr>
          <a:xfrm>
            <a:off x="4374263" y="4191000"/>
            <a:ext cx="3448935" cy="6827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9" name="Google Shape;119;p16"/>
          <p:cNvSpPr/>
          <p:nvPr>
            <p:ph idx="5" type="pic"/>
          </p:nvPr>
        </p:nvSpPr>
        <p:spPr>
          <a:xfrm>
            <a:off x="4374263" y="2362200"/>
            <a:ext cx="3448936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0" name="Google Shape;120;p16"/>
          <p:cNvSpPr txBox="1"/>
          <p:nvPr>
            <p:ph idx="6" type="body"/>
          </p:nvPr>
        </p:nvSpPr>
        <p:spPr>
          <a:xfrm>
            <a:off x="4374264" y="4873763"/>
            <a:ext cx="3448935" cy="1344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21" name="Google Shape;121;p16"/>
          <p:cNvSpPr txBox="1"/>
          <p:nvPr>
            <p:ph idx="7" type="body"/>
          </p:nvPr>
        </p:nvSpPr>
        <p:spPr>
          <a:xfrm>
            <a:off x="8049731" y="4191000"/>
            <a:ext cx="3456469" cy="6827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2" name="Google Shape;122;p16"/>
          <p:cNvSpPr/>
          <p:nvPr>
            <p:ph idx="8" type="pic"/>
          </p:nvPr>
        </p:nvSpPr>
        <p:spPr>
          <a:xfrm>
            <a:off x="8049855" y="2362200"/>
            <a:ext cx="3447878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3" name="Google Shape;123;p16"/>
          <p:cNvSpPr txBox="1"/>
          <p:nvPr>
            <p:ph idx="9" type="body"/>
          </p:nvPr>
        </p:nvSpPr>
        <p:spPr>
          <a:xfrm>
            <a:off x="8049731" y="4873761"/>
            <a:ext cx="3452445" cy="1344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24" name="Google Shape;124;p16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6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6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7"/>
          <p:cNvSpPr txBox="1"/>
          <p:nvPr>
            <p:ph idx="1" type="body"/>
          </p:nvPr>
        </p:nvSpPr>
        <p:spPr>
          <a:xfrm rot="5400000">
            <a:off x="4083938" y="-1203579"/>
            <a:ext cx="4024125" cy="108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7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7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7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showMasterSp="0" type="vertTitleAndTx">
  <p:cSld name="VERTICAL_TITLE_AND_VERTICAL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3-HD-BTM.png" id="134" name="Google Shape;134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8"/>
          <p:cNvSpPr txBox="1"/>
          <p:nvPr>
            <p:ph type="title"/>
          </p:nvPr>
        </p:nvSpPr>
        <p:spPr>
          <a:xfrm rot="5400000">
            <a:off x="8525934" y="1667933"/>
            <a:ext cx="3903133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8"/>
          <p:cNvSpPr txBox="1"/>
          <p:nvPr>
            <p:ph idx="1" type="body"/>
          </p:nvPr>
        </p:nvSpPr>
        <p:spPr>
          <a:xfrm rot="5400000">
            <a:off x="3175000" y="-1405467"/>
            <a:ext cx="3903133" cy="8204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18"/>
          <p:cNvSpPr txBox="1"/>
          <p:nvPr>
            <p:ph idx="10" type="dt"/>
          </p:nvPr>
        </p:nvSpPr>
        <p:spPr>
          <a:xfrm>
            <a:off x="7814452" y="379941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8"/>
          <p:cNvSpPr txBox="1"/>
          <p:nvPr>
            <p:ph idx="11" type="ftr"/>
          </p:nvPr>
        </p:nvSpPr>
        <p:spPr>
          <a:xfrm>
            <a:off x="685800" y="381000"/>
            <a:ext cx="6991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8"/>
          <p:cNvSpPr txBox="1"/>
          <p:nvPr>
            <p:ph idx="12" type="sldNum"/>
          </p:nvPr>
        </p:nvSpPr>
        <p:spPr>
          <a:xfrm>
            <a:off x="10862452" y="381000"/>
            <a:ext cx="6437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3-HD-TOP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14414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b="0" i="0" sz="4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302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302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302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302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hyperlink" Target="https://www.linkedin.com/in/juliana-mascarenhas-00349426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julianazanelatto/power_bi_analys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/>
          <p:nvPr/>
        </p:nvSpPr>
        <p:spPr>
          <a:xfrm>
            <a:off x="1308651" y="1478241"/>
            <a:ext cx="8779565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Analisando dados de um Dashboard de Vendas no Power BI</a:t>
            </a:r>
            <a:endParaRPr/>
          </a:p>
        </p:txBody>
      </p:sp>
      <p:pic>
        <p:nvPicPr>
          <p:cNvPr id="145" name="Google Shape;14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3894" y="3429000"/>
            <a:ext cx="1203064" cy="1203064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/>
        </p:nvSpPr>
        <p:spPr>
          <a:xfrm>
            <a:off x="2279373" y="2951946"/>
            <a:ext cx="3419061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Especialista</a:t>
            </a:r>
            <a:endParaRPr/>
          </a:p>
        </p:txBody>
      </p:sp>
      <p:sp>
        <p:nvSpPr>
          <p:cNvPr id="147" name="Google Shape;147;p19"/>
          <p:cNvSpPr txBox="1"/>
          <p:nvPr/>
        </p:nvSpPr>
        <p:spPr>
          <a:xfrm>
            <a:off x="2372139" y="4702650"/>
            <a:ext cx="27432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Juliana Mascarenhas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Scientist, DIO</a:t>
            </a:r>
            <a:endParaRPr/>
          </a:p>
        </p:txBody>
      </p:sp>
      <p:sp>
        <p:nvSpPr>
          <p:cNvPr id="148" name="Google Shape;148;p19"/>
          <p:cNvSpPr txBox="1"/>
          <p:nvPr/>
        </p:nvSpPr>
        <p:spPr>
          <a:xfrm>
            <a:off x="2372138" y="5251410"/>
            <a:ext cx="15571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u="sng">
                <a:solidFill>
                  <a:schemeClr val="hlink"/>
                </a:solidFill>
                <a:latin typeface="Century Gothic"/>
                <a:ea typeface="Century Gothic"/>
                <a:cs typeface="Century Gothic"/>
                <a:sym typeface="Century Gothic"/>
                <a:hlinkClick r:id="rId4"/>
              </a:rPr>
              <a:t>Linkedin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9" name="Google Shape;149;p19"/>
          <p:cNvSpPr txBox="1"/>
          <p:nvPr/>
        </p:nvSpPr>
        <p:spPr>
          <a:xfrm>
            <a:off x="3988903" y="985799"/>
            <a:ext cx="35383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Desafio de Projeto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 txBox="1"/>
          <p:nvPr/>
        </p:nvSpPr>
        <p:spPr>
          <a:xfrm>
            <a:off x="430693" y="2105561"/>
            <a:ext cx="11151707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Neste projeto vou replicar duas páginas já criadas durante o curso com a sample disponibilizada. A terceira página, vou criar do zero na qual deve conter alguns visuais. Esse desafio visa treinar a habilidade de criação de visuais. Assim criar familiaridade com esses recursos. </a:t>
            </a:r>
            <a:endParaRPr/>
          </a:p>
        </p:txBody>
      </p:sp>
      <p:sp>
        <p:nvSpPr>
          <p:cNvPr id="155" name="Google Shape;155;p20"/>
          <p:cNvSpPr txBox="1"/>
          <p:nvPr/>
        </p:nvSpPr>
        <p:spPr>
          <a:xfrm>
            <a:off x="430693" y="3640262"/>
            <a:ext cx="60098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Acesse o link do Github para ter acesso aos dados:</a:t>
            </a:r>
            <a:endParaRPr/>
          </a:p>
        </p:txBody>
      </p:sp>
      <p:sp>
        <p:nvSpPr>
          <p:cNvPr id="156" name="Google Shape;156;p20"/>
          <p:cNvSpPr txBox="1"/>
          <p:nvPr/>
        </p:nvSpPr>
        <p:spPr>
          <a:xfrm>
            <a:off x="430693" y="1423121"/>
            <a:ext cx="437322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Descrição do Projeto:</a:t>
            </a:r>
            <a:endParaRPr/>
          </a:p>
        </p:txBody>
      </p:sp>
      <p:sp>
        <p:nvSpPr>
          <p:cNvPr id="157" name="Google Shape;157;p20"/>
          <p:cNvSpPr txBox="1"/>
          <p:nvPr/>
        </p:nvSpPr>
        <p:spPr>
          <a:xfrm>
            <a:off x="430693" y="4009594"/>
            <a:ext cx="65730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u="sng">
                <a:solidFill>
                  <a:schemeClr val="hlink"/>
                </a:solidFill>
                <a:latin typeface="Century Gothic"/>
                <a:ea typeface="Century Gothic"/>
                <a:cs typeface="Century Gothic"/>
                <a:sym typeface="Century Gothic"/>
                <a:hlinkClick r:id="rId3"/>
              </a:rPr>
              <a:t>https://github.com/julianazanelatto/power_bi_analyst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/>
          <p:nvPr/>
        </p:nvSpPr>
        <p:spPr>
          <a:xfrm>
            <a:off x="2259494" y="2781422"/>
            <a:ext cx="806395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Visual mapa 1:  Soma de sales e unidades vendidas por país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Visual mapa 2: Soma de lucro (profit) por país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Visual de pizza: Lucro por segmento</a:t>
            </a:r>
            <a:endParaRPr/>
          </a:p>
        </p:txBody>
      </p:sp>
      <p:sp>
        <p:nvSpPr>
          <p:cNvPr id="163" name="Google Shape;163;p21"/>
          <p:cNvSpPr txBox="1"/>
          <p:nvPr/>
        </p:nvSpPr>
        <p:spPr>
          <a:xfrm>
            <a:off x="2259493" y="2098982"/>
            <a:ext cx="758687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terceira página é composta por: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6034" y="4571650"/>
            <a:ext cx="3794055" cy="190631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/>
          <p:cNvSpPr txBox="1"/>
          <p:nvPr/>
        </p:nvSpPr>
        <p:spPr>
          <a:xfrm>
            <a:off x="10355225" y="762241"/>
            <a:ext cx="179567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Página 1</a:t>
            </a:r>
            <a:endParaRPr/>
          </a:p>
        </p:txBody>
      </p:sp>
      <p:pic>
        <p:nvPicPr>
          <p:cNvPr id="170" name="Google Shape;17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285461"/>
            <a:ext cx="12192000" cy="5572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3"/>
          <p:cNvSpPr txBox="1"/>
          <p:nvPr/>
        </p:nvSpPr>
        <p:spPr>
          <a:xfrm>
            <a:off x="10355225" y="762241"/>
            <a:ext cx="179567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Página 2</a:t>
            </a:r>
            <a:endParaRPr/>
          </a:p>
        </p:txBody>
      </p:sp>
      <p:pic>
        <p:nvPicPr>
          <p:cNvPr id="176" name="Google Shape;17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85461"/>
            <a:ext cx="12192000" cy="5572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4"/>
          <p:cNvSpPr txBox="1"/>
          <p:nvPr/>
        </p:nvSpPr>
        <p:spPr>
          <a:xfrm>
            <a:off x="10355225" y="762241"/>
            <a:ext cx="179567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Página 3</a:t>
            </a:r>
            <a:endParaRPr/>
          </a:p>
        </p:txBody>
      </p:sp>
      <p:pic>
        <p:nvPicPr>
          <p:cNvPr id="182" name="Google Shape;18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2452"/>
            <a:ext cx="12192000" cy="5625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ilha de Vapor">
  <a:themeElements>
    <a:clrScheme name="Vapor Trail">
      <a:dk1>
        <a:srgbClr val="000000"/>
      </a:dk1>
      <a:lt1>
        <a:srgbClr val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